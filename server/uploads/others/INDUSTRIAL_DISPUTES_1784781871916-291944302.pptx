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3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69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5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5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3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92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12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81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91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60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70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0726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22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605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785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22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89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C2C50A6-C7C8-46EB-8CF2-D4B8B04BC7F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0627C72-F7E3-4EC5-8A0A-839985972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89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D8D6-66D4-42DE-9C93-B9E199674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0989" y="1326776"/>
            <a:ext cx="8689976" cy="100404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DISPUTES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47E42-B70E-4B7F-8135-BF481A9BA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3082" y="3886200"/>
            <a:ext cx="4087905" cy="1645024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THIRUMALAIVASAN.J</a:t>
            </a:r>
          </a:p>
          <a:p>
            <a:pPr algn="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MBA-II</a:t>
            </a:r>
          </a:p>
          <a:p>
            <a:pPr algn="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810424631062</a:t>
            </a:r>
          </a:p>
        </p:txBody>
      </p:sp>
      <p:pic>
        <p:nvPicPr>
          <p:cNvPr id="1026" name="Picture 2" descr="The Law Advice - Articles - INDUSTRIAL DISPUTES IN WRIT COURTS:  JURISDICTION AND EXTENT">
            <a:extLst>
              <a:ext uri="{FF2B5EF4-FFF2-40B4-BE49-F238E27FC236}">
                <a16:creationId xmlns:a16="http://schemas.microsoft.com/office/drawing/2014/main" id="{6884390D-D50E-417B-A3A0-478766F69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4" y="3325906"/>
            <a:ext cx="4087905" cy="26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07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2C84-ECD5-4E6B-ADE7-097BBB288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436" y="1120588"/>
            <a:ext cx="8355106" cy="1048871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Industrial Disputes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13A90-4358-4617-8806-DBAC6D2D8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1976" y="2519082"/>
            <a:ext cx="10013576" cy="3218330"/>
          </a:xfrm>
        </p:spPr>
        <p:txBody>
          <a:bodyPr>
            <a:normAutofit/>
          </a:bodyPr>
          <a:lstStyle/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Industrial Dispute Is A Disagreement Or Conflict Between: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Employers And Employees, 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Employers And Employers, 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And Employees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Usually Related To Employment, Non-employment, Working Conditions, Wages, Benefits, Or Terms Of Employment.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431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1D46-5869-4186-952E-29F710466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424" y="1169895"/>
            <a:ext cx="8489576" cy="115196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Industrial Disputes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A2019-A04C-45FA-B13A-9C4C6D11D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377" y="2321859"/>
            <a:ext cx="9248682" cy="3366246"/>
          </a:xfrm>
        </p:spPr>
        <p:txBody>
          <a:bodyPr>
            <a:normAutofit/>
          </a:bodyPr>
          <a:lstStyle/>
          <a:p>
            <a:pPr algn="l"/>
            <a:endParaRPr lang="en-IN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Causes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Managerial Causes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Workplace Causes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Causes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 Union Causes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13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47E7-D91A-4D29-9AC1-F5FDAE615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435" y="1300786"/>
            <a:ext cx="9535553" cy="850744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of Industrial Disputes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B2417-A275-430F-8675-AFC81373F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529" y="2321859"/>
            <a:ext cx="9051459" cy="417755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Workers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Wages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Insecurity</a:t>
            </a:r>
            <a:endParaRPr lang="en-IN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Employers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Production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Goodwill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Economy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 In National Productivity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Investment</a:t>
            </a:r>
          </a:p>
          <a:p>
            <a:pPr algn="l"/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81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A1C1-F667-4169-B807-46CA13F21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2" y="1197240"/>
            <a:ext cx="8689976" cy="805921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Industrial Disputes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6BD0B-C64B-4E3B-9F8C-99F017004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1247" y="2106707"/>
            <a:ext cx="8979741" cy="418651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Government Measures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 Laws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Wage Boards</a:t>
            </a:r>
          </a:p>
          <a:p>
            <a:pPr algn="l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Organizational Measures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Working Conditions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Wages</a:t>
            </a:r>
          </a:p>
          <a:p>
            <a:pPr algn="l"/>
            <a:r>
              <a:rPr lang="en-US" sz="26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Participation Of Workers</a:t>
            </a:r>
          </a:p>
          <a:p>
            <a:pPr algn="l"/>
            <a:r>
              <a:rPr lang="en-US" sz="2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 Participation In Management</a:t>
            </a:r>
          </a:p>
          <a:p>
            <a:pPr algn="l"/>
            <a:r>
              <a:rPr lang="en-US" sz="2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Works Committees</a:t>
            </a:r>
          </a:p>
          <a:p>
            <a:pPr algn="l"/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94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F056-154A-42C1-90D1-21AFEA8FD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9" y="627482"/>
            <a:ext cx="9135037" cy="111167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Settlement of Industrial Disputes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D7309-8FCA-44D1-BFAB-609E6B0B98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837765"/>
            <a:ext cx="10363826" cy="43927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Voluntary Methods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Collective Bargaining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Negotiation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Conciliation</a:t>
            </a:r>
          </a:p>
          <a:p>
            <a:pPr marL="0" indent="0">
              <a:buNone/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Compulsory (Legal) Methods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Conciliation Officer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Of Conciliation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Labour Court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65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25B3-483B-4C45-85BB-3761F318B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705" y="1300785"/>
            <a:ext cx="7037295" cy="904533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Industrial Disputes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53831-A06D-4DD5-B279-ABE292997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330" y="2716306"/>
            <a:ext cx="8689976" cy="351416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 Disputes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Rights Disputes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Strikes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Lockouts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Gheraos &amp; Pickets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Layoffs &amp; Retrenchment Disputes</a:t>
            </a:r>
          </a:p>
        </p:txBody>
      </p:sp>
    </p:spTree>
    <p:extLst>
      <p:ext uri="{BB962C8B-B14F-4D97-AF65-F5344CB8AC3E}">
        <p14:creationId xmlns:p14="http://schemas.microsoft.com/office/powerpoint/2010/main" val="227883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56DB-7315-45B0-A78B-7BD544C00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8566" y="1345609"/>
            <a:ext cx="5593977" cy="985215"/>
          </a:xfrm>
        </p:spPr>
        <p:txBody>
          <a:bodyPr>
            <a:normAutofit/>
          </a:bodyPr>
          <a:lstStyle/>
          <a:p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STRIKE</a:t>
            </a:r>
            <a:endParaRPr lang="en-IN" sz="3200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C3B65-C0A8-4B41-A7A8-0E9A01D3E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6447" y="2455426"/>
            <a:ext cx="10560424" cy="4088809"/>
          </a:xfrm>
        </p:spPr>
        <p:txBody>
          <a:bodyPr>
            <a:normAutofit/>
          </a:bodyPr>
          <a:lstStyle/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Strike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Collective And Temporary Stoppage Of Work By Employees To Express Dissatisfaction Or To Press For Their Demands .</a:t>
            </a:r>
          </a:p>
          <a:p>
            <a:pPr algn="l"/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AF59F-D47D-4A96-AAB4-303A54244AF5}"/>
              </a:ext>
            </a:extLst>
          </p:cNvPr>
          <p:cNvSpPr/>
          <p:nvPr/>
        </p:nvSpPr>
        <p:spPr>
          <a:xfrm>
            <a:off x="1443318" y="3634752"/>
            <a:ext cx="6096000" cy="2345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conditions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security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decisions</a:t>
            </a:r>
          </a:p>
        </p:txBody>
      </p:sp>
    </p:spTree>
    <p:extLst>
      <p:ext uri="{BB962C8B-B14F-4D97-AF65-F5344CB8AC3E}">
        <p14:creationId xmlns:p14="http://schemas.microsoft.com/office/powerpoint/2010/main" val="367486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D694-476E-4F70-B0AE-6E0D44A8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1147482"/>
            <a:ext cx="8884023" cy="108473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 Strike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1D575-8AF0-484A-A67D-3431D1D9AB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Collective Action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Employees.</a:t>
            </a: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Stoppage Of Work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Not Permanent.</a:t>
            </a: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Tactic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Achieve Demands.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Due To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Labour Dissatisfaction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By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 Unions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875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49,135 Thank You Stock Photos - Free &amp; Royalty-Free Stock ...">
            <a:extLst>
              <a:ext uri="{FF2B5EF4-FFF2-40B4-BE49-F238E27FC236}">
                <a16:creationId xmlns:a16="http://schemas.microsoft.com/office/drawing/2014/main" id="{5B2DECAE-A00C-4297-A381-86BC89A7F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988" y="2724149"/>
            <a:ext cx="4957483" cy="257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90796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75</TotalTime>
  <Words>241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Tw Cen MT</vt:lpstr>
      <vt:lpstr>Wingdings</vt:lpstr>
      <vt:lpstr>Droplet</vt:lpstr>
      <vt:lpstr>INDUSTRIAL DISPUTES</vt:lpstr>
      <vt:lpstr>Meaning of Industrial Disputes</vt:lpstr>
      <vt:lpstr>Causes of Industrial Disputes</vt:lpstr>
      <vt:lpstr>Consequences of Industrial Disputes</vt:lpstr>
      <vt:lpstr>Prevention of Industrial Disputes</vt:lpstr>
      <vt:lpstr>Settlement of Industrial Disputes </vt:lpstr>
      <vt:lpstr>Types of Industrial Disputes</vt:lpstr>
      <vt:lpstr>STRIKE</vt:lpstr>
      <vt:lpstr>Characteristics of a Strike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DISPUTES</dc:title>
  <dc:creator>Lalith velarasi S</dc:creator>
  <cp:lastModifiedBy>Lalith velarasi S</cp:lastModifiedBy>
  <cp:revision>2</cp:revision>
  <dcterms:created xsi:type="dcterms:W3CDTF">2025-11-17T15:01:17Z</dcterms:created>
  <dcterms:modified xsi:type="dcterms:W3CDTF">2025-11-17T16:16:19Z</dcterms:modified>
</cp:coreProperties>
</file>